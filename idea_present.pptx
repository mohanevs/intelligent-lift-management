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E93"/>
    <a:srgbClr val="FFE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C904-13CD-91CE-9221-A6610921D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6CAA9-6B4C-CA72-92DA-C04F205E0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883EE-87D8-4453-A1F6-07C7CF13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24C3-0C38-3E22-9522-21EB5AB3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EC1-B9A5-E3BD-177D-D4CF2401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5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739F-CAB0-A81F-37FB-9BE2598A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92DB-8C49-A5A7-07AA-D70B1C386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C204E-3750-3CEF-38CC-CD450A8C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695BE-96CE-103B-A767-5581AA2D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985FA-4422-A7EA-FB98-5BD9946C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01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CD4A-20CB-FDCF-7204-E3880F6F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6DCF-F2D9-263F-6950-EFFA162AA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E16C-72C5-2597-54AD-AE20466B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7930A-6941-FE80-05C1-3E2648D7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C701-B685-08FE-3FD4-406D448D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92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B03DC-C7FB-DEE1-846F-B3EF96C6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6FE5-C5A6-7225-F7E6-077DE99A8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19261-41DD-E12A-54ED-3578AF6DD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FF894-2AD2-B476-717D-B9E4A163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8CF-2594-5935-3952-61DD2716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D2BB6-39E7-0C47-67ED-B6722854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61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A1A6-8BA5-859D-42CC-60F880F4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90C90-8BA5-F94D-DAED-79963810A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E3915-FB16-0B57-8CAD-453EA0CF9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A62DD-7540-9AFB-844A-9A8418F5D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C2631-D00A-C327-854D-68E790C8E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B3E48-842F-4F97-551E-1B2DE961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866D6-B769-B451-DEEC-EBF3E84B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55ABB-574E-57B4-4D10-CB3E1D12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18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502A-2319-9B18-4DA7-DDC7CDE6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1E12B-8252-E503-9B99-A48D3E7C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B6ED0-D7A5-04CB-6178-FB6BCFB4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68C8E-83FD-16B7-E327-C32337AB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918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70C60-09B8-0B48-11AE-4D501B12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9334C-40EE-3346-88FE-EBE466B86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CF346-F4A6-9F17-17E7-F256B743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68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3C30-6215-DFBD-4052-C192C09A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F72D-1D83-2E3F-AF11-EE0126E5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8E267-E39A-80DB-5C3E-29CC6DB90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D9D15-78AB-4B62-31CA-9DD89ED1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4F9D6-6D00-EBE7-B5EB-47526598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FE144-A2B2-6D17-FCB7-DF52817F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89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B517-177A-727E-BC15-5CBC02F0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2E1F43-014D-6988-1019-C27E0F003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F5802-C3D3-D4FF-B3FB-A6DFFE249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0F99C-ED54-5B0D-5B22-8FA5B162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9B0F-C640-3337-3C86-4621A4BD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8F5DD-6B3B-945A-3EC9-99A4184D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41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EFC4-2272-7AC8-0066-9AD3B081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CE947-8578-18E4-FF47-335C16038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601AC-ECD8-53D8-41A8-707DC215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2AED-6D88-5304-A3B2-073CB860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2ED81-1E7E-01C0-5DB6-466F5C77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BEF89-BAAB-C691-DCD8-A10FAF841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9FDC0-4240-0F0A-4ABC-81ED3D1CE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3A78-931C-99B4-5BAE-38D8E87C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48F60-A151-5E51-16AD-7A12E301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9988C-F419-A919-5347-98030AC6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83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262BB7-14ED-1F57-A653-46845735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88F1E-61C0-3331-2A8E-5FE11494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6B9E9-3A9E-083C-7EB3-01E66FEBE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DF590-2726-4147-97F3-D282F44C513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EB55-D1F5-498E-95AB-3D4C151E7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13B15-55A0-26D5-91B8-D67DFD1E4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D9A0D-6A9B-43F5-A139-5F890D8D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44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5B1D-E291-E131-206F-E52D7CE26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0780" y="245807"/>
            <a:ext cx="4036142" cy="971908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Problem</a:t>
            </a:r>
            <a:endParaRPr lang="en-IN" sz="54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7C944-4901-A2F2-40F3-E107CBEA22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471"/>
          <a:stretch/>
        </p:blipFill>
        <p:spPr>
          <a:xfrm>
            <a:off x="347478" y="1419275"/>
            <a:ext cx="9487342" cy="461773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615D779-6395-5C26-F67E-E5C1B7CA2298}"/>
              </a:ext>
            </a:extLst>
          </p:cNvPr>
          <p:cNvGrpSpPr/>
          <p:nvPr/>
        </p:nvGrpSpPr>
        <p:grpSpPr>
          <a:xfrm>
            <a:off x="10384094" y="1217715"/>
            <a:ext cx="1152832" cy="1241637"/>
            <a:chOff x="10384094" y="1217715"/>
            <a:chExt cx="1152832" cy="1241637"/>
          </a:xfrm>
        </p:grpSpPr>
        <p:pic>
          <p:nvPicPr>
            <p:cNvPr id="9" name="Graphic 8" descr="Walk with solid fill">
              <a:extLst>
                <a:ext uri="{FF2B5EF4-FFF2-40B4-BE49-F238E27FC236}">
                  <a16:creationId xmlns:a16="http://schemas.microsoft.com/office/drawing/2014/main" id="{8D04C366-E4B2-2D01-84D8-AC2E91AB9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3142" y="1217715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39ACC6-FD4C-2622-3962-D2ECCEE585AC}"/>
                </a:ext>
              </a:extLst>
            </p:cNvPr>
            <p:cNvSpPr txBox="1"/>
            <p:nvPr/>
          </p:nvSpPr>
          <p:spPr>
            <a:xfrm>
              <a:off x="10384094" y="2120798"/>
              <a:ext cx="11528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Walks - in</a:t>
              </a:r>
              <a:endParaRPr lang="en-IN" sz="1600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05F59C-6E06-50AE-1B17-ED438EDD69B8}"/>
              </a:ext>
            </a:extLst>
          </p:cNvPr>
          <p:cNvGrpSpPr/>
          <p:nvPr/>
        </p:nvGrpSpPr>
        <p:grpSpPr>
          <a:xfrm>
            <a:off x="10272590" y="2746105"/>
            <a:ext cx="1571932" cy="1160671"/>
            <a:chOff x="10262758" y="2730638"/>
            <a:chExt cx="1571932" cy="1160671"/>
          </a:xfrm>
        </p:grpSpPr>
        <p:pic>
          <p:nvPicPr>
            <p:cNvPr id="7" name="Graphic 6" descr="Stopwatch with solid fill">
              <a:extLst>
                <a:ext uri="{FF2B5EF4-FFF2-40B4-BE49-F238E27FC236}">
                  <a16:creationId xmlns:a16="http://schemas.microsoft.com/office/drawing/2014/main" id="{FA27430D-F3FD-2CEF-E0FC-9B0DAEFD8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3142" y="2730638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713661-390E-9565-9DC0-B3F6F2337BDF}"/>
                </a:ext>
              </a:extLst>
            </p:cNvPr>
            <p:cNvSpPr txBox="1"/>
            <p:nvPr/>
          </p:nvSpPr>
          <p:spPr>
            <a:xfrm>
              <a:off x="10262758" y="3552755"/>
              <a:ext cx="15719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Have to wait..</a:t>
              </a:r>
              <a:endParaRPr lang="en-IN" sz="1600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0DC7EF-13A7-09E6-138B-F0DFA0C9EAE1}"/>
              </a:ext>
            </a:extLst>
          </p:cNvPr>
          <p:cNvGrpSpPr/>
          <p:nvPr/>
        </p:nvGrpSpPr>
        <p:grpSpPr>
          <a:xfrm>
            <a:off x="10474765" y="4367860"/>
            <a:ext cx="1167581" cy="1272425"/>
            <a:chOff x="10503310" y="4476135"/>
            <a:chExt cx="1167581" cy="1272425"/>
          </a:xfrm>
        </p:grpSpPr>
        <p:pic>
          <p:nvPicPr>
            <p:cNvPr id="13" name="Graphic 12" descr="Priorities with solid fill">
              <a:extLst>
                <a:ext uri="{FF2B5EF4-FFF2-40B4-BE49-F238E27FC236}">
                  <a16:creationId xmlns:a16="http://schemas.microsoft.com/office/drawing/2014/main" id="{C955CBE4-BB89-17DD-83B5-DB842AA2C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503310" y="4476135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13C87C-AD3C-0004-361C-BF9651AA4F12}"/>
                </a:ext>
              </a:extLst>
            </p:cNvPr>
            <p:cNvSpPr txBox="1"/>
            <p:nvPr/>
          </p:nvSpPr>
          <p:spPr>
            <a:xfrm>
              <a:off x="10503310" y="5410006"/>
              <a:ext cx="11675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No Priority</a:t>
              </a:r>
              <a:endParaRPr lang="en-IN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8413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9B8EE-F342-68A5-C8E0-11AD03B08E34}"/>
              </a:ext>
            </a:extLst>
          </p:cNvPr>
          <p:cNvSpPr txBox="1"/>
          <p:nvPr/>
        </p:nvSpPr>
        <p:spPr>
          <a:xfrm>
            <a:off x="4606413" y="157317"/>
            <a:ext cx="2979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50000"/>
                  </a:schemeClr>
                </a:solidFill>
              </a:rPr>
              <a:t>Solution</a:t>
            </a:r>
            <a:endParaRPr lang="en-IN" sz="5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3D47A-FF89-3009-2571-077D6E40CA30}"/>
              </a:ext>
            </a:extLst>
          </p:cNvPr>
          <p:cNvSpPr/>
          <p:nvPr/>
        </p:nvSpPr>
        <p:spPr>
          <a:xfrm>
            <a:off x="1291879" y="1345012"/>
            <a:ext cx="960824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Intelligent Lift Management (ILM)</a:t>
            </a:r>
            <a:endParaRPr lang="en-IN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CBD7B0-BD4D-23E9-B4D3-50BFB689C9CF}"/>
              </a:ext>
            </a:extLst>
          </p:cNvPr>
          <p:cNvGrpSpPr/>
          <p:nvPr/>
        </p:nvGrpSpPr>
        <p:grpSpPr>
          <a:xfrm>
            <a:off x="1339825" y="4092974"/>
            <a:ext cx="2011760" cy="1420014"/>
            <a:chOff x="1370537" y="3955305"/>
            <a:chExt cx="2011760" cy="1420014"/>
          </a:xfrm>
        </p:grpSpPr>
        <p:pic>
          <p:nvPicPr>
            <p:cNvPr id="10" name="Graphic 9" descr="Processor with solid fill">
              <a:extLst>
                <a:ext uri="{FF2B5EF4-FFF2-40B4-BE49-F238E27FC236}">
                  <a16:creationId xmlns:a16="http://schemas.microsoft.com/office/drawing/2014/main" id="{470FB306-E12C-FD27-8C8F-B5AE7C864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5226" y="3955305"/>
              <a:ext cx="1050682" cy="105068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C847B0-3E38-6CFF-4E0F-15FE4C2F2A16}"/>
                </a:ext>
              </a:extLst>
            </p:cNvPr>
            <p:cNvSpPr txBox="1"/>
            <p:nvPr/>
          </p:nvSpPr>
          <p:spPr>
            <a:xfrm>
              <a:off x="1370537" y="5005987"/>
              <a:ext cx="201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Object Detection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07A987-8EC6-70B9-57CC-2B72BC16E896}"/>
              </a:ext>
            </a:extLst>
          </p:cNvPr>
          <p:cNvGrpSpPr/>
          <p:nvPr/>
        </p:nvGrpSpPr>
        <p:grpSpPr>
          <a:xfrm>
            <a:off x="5250426" y="3955304"/>
            <a:ext cx="1887793" cy="1697014"/>
            <a:chOff x="5250426" y="3955304"/>
            <a:chExt cx="1887793" cy="1697014"/>
          </a:xfrm>
        </p:grpSpPr>
        <p:pic>
          <p:nvPicPr>
            <p:cNvPr id="8" name="Graphic 7" descr="Artificial Intelligence with solid fill">
              <a:extLst>
                <a:ext uri="{FF2B5EF4-FFF2-40B4-BE49-F238E27FC236}">
                  <a16:creationId xmlns:a16="http://schemas.microsoft.com/office/drawing/2014/main" id="{D8DEA62B-5C39-DC4C-64A6-D1C9AB2D4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213" y="3955304"/>
              <a:ext cx="1050683" cy="105068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B7998F-C315-52E5-D940-DDAB1F2D4E21}"/>
                </a:ext>
              </a:extLst>
            </p:cNvPr>
            <p:cNvSpPr txBox="1"/>
            <p:nvPr/>
          </p:nvSpPr>
          <p:spPr>
            <a:xfrm>
              <a:off x="5250426" y="5005987"/>
              <a:ext cx="18877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0/1 Knapsack Algorithm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DE4F04-1F18-3B23-080B-CB15ED7DA06A}"/>
              </a:ext>
            </a:extLst>
          </p:cNvPr>
          <p:cNvGrpSpPr/>
          <p:nvPr/>
        </p:nvGrpSpPr>
        <p:grpSpPr>
          <a:xfrm>
            <a:off x="9157708" y="4029361"/>
            <a:ext cx="1777055" cy="1622957"/>
            <a:chOff x="9207909" y="3989718"/>
            <a:chExt cx="1777055" cy="1622957"/>
          </a:xfrm>
        </p:grpSpPr>
        <p:pic>
          <p:nvPicPr>
            <p:cNvPr id="12" name="Graphic 11" descr="Binary with solid fill">
              <a:extLst>
                <a:ext uri="{FF2B5EF4-FFF2-40B4-BE49-F238E27FC236}">
                  <a16:creationId xmlns:a16="http://schemas.microsoft.com/office/drawing/2014/main" id="{13B2C7CD-5F56-4E33-F446-085A0597D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32374" y="3989718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1058DD-4CCB-CB2D-9A19-12B3624B461F}"/>
                </a:ext>
              </a:extLst>
            </p:cNvPr>
            <p:cNvSpPr txBox="1"/>
            <p:nvPr/>
          </p:nvSpPr>
          <p:spPr>
            <a:xfrm>
              <a:off x="9207909" y="4966344"/>
              <a:ext cx="17770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Intelligent Route Planning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65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4F7360-DD24-77BC-C42F-9CD7BCE4A9C2}"/>
              </a:ext>
            </a:extLst>
          </p:cNvPr>
          <p:cNvSpPr txBox="1"/>
          <p:nvPr/>
        </p:nvSpPr>
        <p:spPr>
          <a:xfrm>
            <a:off x="1769806" y="1543665"/>
            <a:ext cx="61943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002060"/>
                </a:solidFill>
              </a:rPr>
              <a:t>Let’s see it in Action !</a:t>
            </a:r>
            <a:endParaRPr lang="en-IN" sz="8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76819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Problem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Mohane</dc:creator>
  <cp:lastModifiedBy>Vaibhav Mohane</cp:lastModifiedBy>
  <cp:revision>2</cp:revision>
  <dcterms:created xsi:type="dcterms:W3CDTF">2026-04-14T08:32:45Z</dcterms:created>
  <dcterms:modified xsi:type="dcterms:W3CDTF">2026-04-14T09:08:05Z</dcterms:modified>
</cp:coreProperties>
</file>